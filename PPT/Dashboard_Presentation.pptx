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60" r:id="rId3"/>
    <p:sldId id="257" r:id="rId4"/>
    <p:sldId id="258" r:id="rId5"/>
    <p:sldId id="259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58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B68-8FD1-4DF3-A3C3-23C5CAD5433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8AE13-30A3-4A0E-8BA3-CFC4E46D5D2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04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B68-8FD1-4DF3-A3C3-23C5CAD5433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8AE13-30A3-4A0E-8BA3-CFC4E46D5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909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B68-8FD1-4DF3-A3C3-23C5CAD5433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8AE13-30A3-4A0E-8BA3-CFC4E46D5D2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6846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B68-8FD1-4DF3-A3C3-23C5CAD5433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8AE13-30A3-4A0E-8BA3-CFC4E46D5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8137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B68-8FD1-4DF3-A3C3-23C5CAD5433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8AE13-30A3-4A0E-8BA3-CFC4E46D5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525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B68-8FD1-4DF3-A3C3-23C5CAD5433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8AE13-30A3-4A0E-8BA3-CFC4E46D5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8371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B68-8FD1-4DF3-A3C3-23C5CAD5433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8AE13-30A3-4A0E-8BA3-CFC4E46D5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7003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C9F3B68-8FD1-4DF3-A3C3-23C5CAD5433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C78AE13-30A3-4A0E-8BA3-CFC4E46D5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9286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B68-8FD1-4DF3-A3C3-23C5CAD5433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8AE13-30A3-4A0E-8BA3-CFC4E46D5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79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B68-8FD1-4DF3-A3C3-23C5CAD5433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8AE13-30A3-4A0E-8BA3-CFC4E46D5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428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F3B68-8FD1-4DF3-A3C3-23C5CAD5433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78AE13-30A3-4A0E-8BA3-CFC4E46D5D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5293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C9F3B68-8FD1-4DF3-A3C3-23C5CAD54331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C78AE13-30A3-4A0E-8BA3-CFC4E46D5D2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747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9C501-B2E2-2501-89CC-55D81D1D3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41638" y="816077"/>
            <a:ext cx="6769509" cy="3185652"/>
          </a:xfrm>
        </p:spPr>
        <p:txBody>
          <a:bodyPr>
            <a:normAutofit fontScale="90000"/>
          </a:bodyPr>
          <a:lstStyle/>
          <a:p>
            <a:pPr algn="ctr"/>
            <a:r>
              <a:rPr lang="en-IN" b="1" dirty="0"/>
              <a:t>Executive Sales Performance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53B6CD-03E3-796A-E290-C118AF5972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2774" y="4426975"/>
            <a:ext cx="10058400" cy="1143000"/>
          </a:xfrm>
        </p:spPr>
        <p:txBody>
          <a:bodyPr>
            <a:normAutofit/>
          </a:bodyPr>
          <a:lstStyle/>
          <a:p>
            <a:r>
              <a:rPr lang="en-US" sz="1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Superstore Sales Financial Analysis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Abhishek Shete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MCA IT / DATA ANALYST</a:t>
            </a:r>
            <a:b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February 2026</a:t>
            </a:r>
            <a:endParaRPr lang="en-IN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249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41E1F-C31A-0B02-C83C-62FB8516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US" b="1" dirty="0"/>
              <a:t>🔍 Strategic Insights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B75D41C-76C9-5341-67DF-B0B15D8DB62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4093" y="705192"/>
            <a:ext cx="10058400" cy="4023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business demonstrates stable revenue growth with positive profitability.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category drives the majority of total sales.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West region contributes the highest revenue share.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Sales performance shows consistent upward trend over time.</a:t>
            </a:r>
          </a:p>
        </p:txBody>
      </p:sp>
    </p:spTree>
    <p:extLst>
      <p:ext uri="{BB962C8B-B14F-4D97-AF65-F5344CB8AC3E}">
        <p14:creationId xmlns:p14="http://schemas.microsoft.com/office/powerpoint/2010/main" val="4178334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88D07-EC6A-1289-7B44-38C5CC9A6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 Overview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7270B5C-F593-9A22-BA0A-5B3EB404F9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039" y="1737360"/>
            <a:ext cx="8088882" cy="4563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613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65AE9-7D33-D082-EE47-8879A6305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E064AB-065B-E435-49D4-5ED27CDE91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06880" y="2521059"/>
            <a:ext cx="736451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total sales with consistent profitability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Steady year-over-year growth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Technology is top-performing category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West region generates highest revenue</a:t>
            </a:r>
          </a:p>
        </p:txBody>
      </p:sp>
    </p:spTree>
    <p:extLst>
      <p:ext uri="{BB962C8B-B14F-4D97-AF65-F5344CB8AC3E}">
        <p14:creationId xmlns:p14="http://schemas.microsoft.com/office/powerpoint/2010/main" val="862520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A30F1-887D-D687-4150-A99AFEAC3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Performance Insights View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5BDED6C-AF08-4729-AE27-0C01E48942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557" y="1737360"/>
            <a:ext cx="8084885" cy="456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357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C7FA6-2866-4961-3CA7-412C0CF33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🚀 Action Plan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D0755A4-258A-B9A7-C47D-CFA9431ACB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4093" y="469218"/>
            <a:ext cx="10058400" cy="40233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investment in high-performing categories like Technology.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Strengthen marketing in lower-performing regions to balance growth.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yearly performance trends to sustain long-term profitability.</a:t>
            </a:r>
          </a:p>
        </p:txBody>
      </p:sp>
    </p:spTree>
    <p:extLst>
      <p:ext uri="{BB962C8B-B14F-4D97-AF65-F5344CB8AC3E}">
        <p14:creationId xmlns:p14="http://schemas.microsoft.com/office/powerpoint/2010/main" val="81039742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</TotalTime>
  <Words>115</Words>
  <Application>Microsoft Office PowerPoint</Application>
  <PresentationFormat>Widescreen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Retrospect</vt:lpstr>
      <vt:lpstr>Executive Sales Performance Dashboard</vt:lpstr>
      <vt:lpstr> 🔍 Strategic Insights</vt:lpstr>
      <vt:lpstr>Dashboard Overview</vt:lpstr>
      <vt:lpstr>Performance Analysis</vt:lpstr>
      <vt:lpstr>Performance Insights View</vt:lpstr>
      <vt:lpstr>🚀 Action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Shete</dc:creator>
  <cp:lastModifiedBy>Abhishek Shete</cp:lastModifiedBy>
  <cp:revision>1</cp:revision>
  <dcterms:created xsi:type="dcterms:W3CDTF">2026-02-18T20:54:10Z</dcterms:created>
  <dcterms:modified xsi:type="dcterms:W3CDTF">2026-02-18T21:20:15Z</dcterms:modified>
</cp:coreProperties>
</file>